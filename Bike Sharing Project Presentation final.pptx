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D3FF"/>
    <a:srgbClr val="FFC6C6"/>
    <a:srgbClr val="909EE6"/>
    <a:srgbClr val="AAE571"/>
    <a:srgbClr val="F6C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Bike Sharing Demand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2387" y="1556851"/>
            <a:ext cx="6400800" cy="730045"/>
          </a:xfrm>
          <a:solidFill>
            <a:srgbClr val="AAE571"/>
          </a:solidFill>
        </p:spPr>
        <p:txBody>
          <a:bodyPr>
            <a:normAutofit/>
          </a:bodyPr>
          <a:lstStyle/>
          <a:p>
            <a:r>
              <a:rPr sz="4000" dirty="0"/>
              <a:t>Excel Dashboard Project</a:t>
            </a:r>
            <a:r>
              <a:rPr lang="en-US" sz="4000" dirty="0"/>
              <a:t> </a:t>
            </a:r>
            <a:endParaRPr sz="40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2EEBEEF-3A8F-5E07-B0D0-01963A774EF4}"/>
              </a:ext>
            </a:extLst>
          </p:cNvPr>
          <p:cNvSpPr txBox="1">
            <a:spLocks/>
          </p:cNvSpPr>
          <p:nvPr/>
        </p:nvSpPr>
        <p:spPr>
          <a:xfrm>
            <a:off x="1032387" y="3156155"/>
            <a:ext cx="6400800" cy="1752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Excel Project Presentation</a:t>
            </a:r>
          </a:p>
          <a:p>
            <a:r>
              <a:rPr lang="en-US" sz="3600" dirty="0"/>
              <a:t>Pooja Kumari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C5D3FF"/>
          </a:solidFill>
        </p:spPr>
        <p:txBody>
          <a:bodyPr/>
          <a:lstStyle/>
          <a:p>
            <a:r>
              <a:rPr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Analyze how season, weather, and time affect bike rentals</a:t>
            </a:r>
            <a:r>
              <a:rPr lang="en-US" dirty="0"/>
              <a:t> </a:t>
            </a:r>
          </a:p>
          <a:p>
            <a:r>
              <a:rPr lang="en-US" dirty="0"/>
              <a:t>Helps analyze usage patterns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Dataset 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Columns: instant, </a:t>
            </a:r>
            <a:r>
              <a:rPr dirty="0" err="1"/>
              <a:t>dteday</a:t>
            </a:r>
            <a:r>
              <a:rPr dirty="0"/>
              <a:t>, season, yr, </a:t>
            </a:r>
            <a:r>
              <a:rPr dirty="0" err="1"/>
              <a:t>mnth</a:t>
            </a:r>
            <a:r>
              <a:rPr dirty="0"/>
              <a:t>, </a:t>
            </a:r>
            <a:r>
              <a:rPr dirty="0" err="1"/>
              <a:t>hr</a:t>
            </a:r>
            <a:r>
              <a:rPr dirty="0"/>
              <a:t>, holiday, weekday, </a:t>
            </a:r>
            <a:r>
              <a:rPr dirty="0" err="1"/>
              <a:t>weathersit</a:t>
            </a:r>
            <a:r>
              <a:rPr dirty="0"/>
              <a:t>, temp, </a:t>
            </a:r>
            <a:r>
              <a:rPr dirty="0" err="1"/>
              <a:t>atemp</a:t>
            </a:r>
            <a:r>
              <a:rPr dirty="0"/>
              <a:t>, hum, windspeed, casual, registered, </a:t>
            </a:r>
            <a:r>
              <a:rPr dirty="0" err="1"/>
              <a:t>cnt</a:t>
            </a:r>
            <a:endParaRPr lang="en-US" dirty="0"/>
          </a:p>
          <a:p>
            <a:r>
              <a:rPr lang="en-US" dirty="0"/>
              <a:t>3 datasets merged</a:t>
            </a:r>
          </a:p>
          <a:p>
            <a:r>
              <a:rPr lang="en-US" dirty="0"/>
              <a:t>Hourly &amp; daily rental data</a:t>
            </a:r>
          </a:p>
          <a:p>
            <a:r>
              <a:rPr lang="en-US" dirty="0"/>
              <a:t>Weather + user types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09EE6"/>
          </a:solidFill>
        </p:spPr>
        <p:txBody>
          <a:bodyPr/>
          <a:lstStyle/>
          <a:p>
            <a:r>
              <a:rPr u="sng" dirty="0"/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Excel</a:t>
            </a:r>
            <a:endParaRPr lang="en-US" dirty="0"/>
          </a:p>
          <a:p>
            <a:r>
              <a:rPr dirty="0"/>
              <a:t>Pivot Tables</a:t>
            </a:r>
            <a:endParaRPr lang="en-US" dirty="0"/>
          </a:p>
          <a:p>
            <a:r>
              <a:rPr dirty="0"/>
              <a:t>Pivot Charts </a:t>
            </a:r>
            <a:endParaRPr lang="en-US" dirty="0"/>
          </a:p>
          <a:p>
            <a:r>
              <a:rPr dirty="0"/>
              <a:t>Slicers</a:t>
            </a:r>
            <a:endParaRPr lang="en-US" dirty="0"/>
          </a:p>
          <a:p>
            <a:r>
              <a:rPr lang="en-US" dirty="0"/>
              <a:t>Correlation &amp; trends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6C6"/>
          </a:solidFill>
        </p:spPr>
        <p:txBody>
          <a:bodyPr/>
          <a:lstStyle/>
          <a:p>
            <a:r>
              <a:rPr u="sng" dirty="0"/>
              <a:t>Pivot Table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Season</a:t>
            </a:r>
          </a:p>
          <a:p>
            <a:r>
              <a:t>2. Hour</a:t>
            </a:r>
          </a:p>
          <a:p>
            <a:r>
              <a:t>3. User Type</a:t>
            </a:r>
          </a:p>
          <a:p>
            <a:r>
              <a:t>4. Weather</a:t>
            </a:r>
          </a:p>
          <a:p>
            <a:r>
              <a:t>5. Weekday</a:t>
            </a:r>
          </a:p>
          <a:p>
            <a:r>
              <a:t>6. Temperature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60000"/>
              <a:lumOff val="40000"/>
            </a:schemeClr>
          </a:solidFill>
        </p:spPr>
        <p:txBody>
          <a:bodyPr/>
          <a:lstStyle/>
          <a:p>
            <a:r>
              <a:rPr u="sng" dirty="0"/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Rentals: 58304</a:t>
            </a:r>
          </a:p>
          <a:p>
            <a:r>
              <a:t>Average Rentals: 58.304</a:t>
            </a:r>
          </a:p>
          <a:p>
            <a:r>
              <a:t>Max Rentals: 249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C5D3FF"/>
          </a:solidFill>
        </p:spPr>
        <p:txBody>
          <a:bodyPr/>
          <a:lstStyle/>
          <a:p>
            <a:r>
              <a:rPr dirty="0"/>
              <a:t>Dashboard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Interactive charts with slicers</a:t>
            </a:r>
            <a:endParaRPr lang="en-US" dirty="0"/>
          </a:p>
          <a:p>
            <a:r>
              <a:rPr lang="en-US" dirty="0"/>
              <a:t>Bar, Line, Pie charts</a:t>
            </a:r>
          </a:p>
          <a:p>
            <a:r>
              <a:rPr lang="en-US" dirty="0"/>
              <a:t>Slicers &amp; filters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dirty="0"/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Weather and time strongly impact demand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/>
          </a:solidFill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5185"/>
          </a:xfrm>
        </p:spPr>
        <p:txBody>
          <a:bodyPr>
            <a:normAutofit/>
          </a:bodyPr>
          <a:lstStyle/>
          <a:p>
            <a:r>
              <a:rPr dirty="0"/>
              <a:t>Excel dashboards help businesses make data-driven decisions</a:t>
            </a:r>
            <a:endParaRPr lang="en-US" dirty="0"/>
          </a:p>
          <a:p>
            <a:r>
              <a:rPr lang="en-US" dirty="0"/>
              <a:t>Better planning using data</a:t>
            </a:r>
          </a:p>
          <a:p>
            <a:r>
              <a:rPr lang="en-US" dirty="0"/>
              <a:t>Improved decision-making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					THANKYOU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170</Words>
  <Application>Microsoft Office PowerPoint</Application>
  <PresentationFormat>On-screen Show (4:3)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Bike Sharing Demand Analysis</vt:lpstr>
      <vt:lpstr>Project Objective</vt:lpstr>
      <vt:lpstr>Dataset Overview</vt:lpstr>
      <vt:lpstr>Tools Used</vt:lpstr>
      <vt:lpstr>Pivot Table Analysis</vt:lpstr>
      <vt:lpstr>Key Metrics</vt:lpstr>
      <vt:lpstr>Dashboard Design</vt:lpstr>
      <vt:lpstr>Insights</vt:lpstr>
      <vt:lpstr>Conclusion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Sharing Demand Analysis</dc:title>
  <dc:creator>MPB10</dc:creator>
  <dc:description>generated using python-pptx</dc:description>
  <cp:lastModifiedBy>pooja sharma</cp:lastModifiedBy>
  <cp:revision>6</cp:revision>
  <dcterms:created xsi:type="dcterms:W3CDTF">2013-01-27T09:14:16Z</dcterms:created>
  <dcterms:modified xsi:type="dcterms:W3CDTF">2026-03-24T16:34:16Z</dcterms:modified>
</cp:coreProperties>
</file>